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多媒体技术课设答辩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AI 伪造图像检测与解释：检测（分类）+ 解释（文本）+ 定位（分割）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核心目标：构建统一模型，在课程验收集上同时输出真假判断、伪造原因解释和伪造区域定位。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答辩信息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课程：多媒体技术课程设计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课题：AI 伪造图像检测与解释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答辩人：谢鹏、陈冠宇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汇报结构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数据与架构选择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两轮 smoke 与正式测试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问题修复与性能诊断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线上增强 A/B/C 方案结论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数据集选择：互补融合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从单数据集不满足三任务出发，组合课程数据与 GenImage 做互补。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结论：课程数据更适合解释/定位，GenImage 提供真假分类信号，混合后才能支撑统一三任务训练。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初始问题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课程参考集缺少完整分类训练信息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单一来源难同时覆盖分类、解释、定位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最终选择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分类：引入 GenImage 数据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解释/定位：使用课程相关数据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训练目标：统一模型三头联合输出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训练架构：混合数据的统一多任务框架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单张图进入共享骨干网络，同时产出分类 logits、解释特征、定位 mask logits。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结论：通过 partial labels（has_cls / has_exp / has_loc）实现不同来源样本按任务可用标签参与训练。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架构要点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共享主干 + 三任务头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partial labels 支持混合数据训练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训练与推理链路一致化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素材来源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训练推理架构图：docs/训练推理架构图.html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本页使用项目现有架构定义，不新增编造图示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训练策略：先热身再联合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每次关键改动后先跑 smoke 验证链路，再进入正式训练与验收评估。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结论：两阶段策略降低改动风险，问题可在低成本阶段提前暴露并修复。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361188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Stage A（分类热身）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先稳定真假分类能力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快速验证数据读入与损失收敛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2240280"/>
            <a:ext cx="361188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Stage B（联合训练）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分类 + 解释 + 定位联合优化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在 partial labels 约束下共享骨干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240280"/>
            <a:ext cx="361188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验证闭环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smoke：验证链路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formal：关注课程验收指标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单图推理：验证可视化合理性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第一次冒烟测试：链路打通，但定位为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首次 smoke 已跑通三任务流程；分类表现高，解释有初步相似度，定位指标为 0。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结论：流程可运行，但定位监督链路存在关键问题，必须先修复再谈正式提升。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首次 smoke 指标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Acc=1.0000, AP=1.0000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BLEU=0.4069, ROUGE-L=0.2893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IoU=0.0000, PixF1=0.0000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smoke 模型验收课程数据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Acc=0.5950, AP=0.6990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BLEU=0.4383, ROUGE-L=0.2923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IoU=0.0000, PixF1=0.0000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问题修复：定位全 0 的根因与闭环验证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通过数据与阈值链路排查，定位到 mask 生成值错误导致监督被清空。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结论：polygon_to_mask 前景值由 1 改 255 后，定位训练与评估恢复非零，单图推理 mask 不再纯黑。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问题原因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polygon_to_mask() 前景值写成 1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ToTensor() 后变 1/255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再经 &gt;0.5 阈值后被全部清空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训练和评估等价于全零 mask 监督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修复与结果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前景值从 1 改为 255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修复后 smoke：IoU 0.1048, PixP 0.3013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PixR 0.1662, PixF1 0.2142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单图推理 mask 不再纯黑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诊断分类偏低：关键是生成器域偏移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第一次正式测试后分类偏低，进一步做课程 fake 来源统计与训练集来源对照。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结论：主问题不是阈值，而是训练 fake 生成器覆盖不足，必须补充多源生成器数据。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课程 fake 来源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adm、biggan、glide/vqdm(1000)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midjourney、sdv4、sdv5、wukong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表现为多域分布、难度差异显著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当时训练 fake 来源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仅 adm：train/ai 162000，val/ai 6000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新增接入 biggan 为第二数据源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配置从 imagenet_root 扩展为 imagenet_roots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采样改为多源汇总后固定 seed 随机截样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第二次冒烟测试：多数据源改动接线成功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在多数据源配置下重新跑 smoke，验证流程稳定可跑通。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结论：smoke 指标用于链路验证，不代表正式训练上限，但证明改动正确接入。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smoke（多数据源）指标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Acc=0.5224, AP=0.4470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BLEU=0.4260, ROUGE-L=0.3270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IoU=0.0752, PixP=0.1519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PixR=0.1884, PixF1=0.1682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解释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本页重点是流程打通验证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不是追求当前最高分类指标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第二次正式测试：分类与定位显著提升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修复定位监督 + 多数据源分类配置后，课程验收指标整体改善。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结论：整体收益明确，但生成器拆分显示泛化仍集中在 adm/biggan，未覆盖生成器仍是短板。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课程验收总指标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Acc=0.7000, AP=0.8363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BLEU=0.4271, ROUGE-L=0.2985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IoU=0.1501, PixP=0.3447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PixR=0.2673, PixF1=0.3011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按生成器拆分（Acc）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adm=0.88, biggan=1.00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glide/vqdm1000=0.12, midjourney=0.16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sdv4=0.64, sdv5=0.40, wukong=0.24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real=0.955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线上模型辅助增强：方案设计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围绕本地稳定主干 + 远程能力补强，设计 4 个方案并实际尝试前 3 个。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结论：方案设计完整，但线上链路受稳定性与一致性约束，必须策略化接入而非全量替换。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方案概览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A 解释增强：远程只增强 explanation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B 难例复判：边界样本路由远程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C 离线蒸馏：teacher 输出蒸馏回本地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D 长期方向：持续蒸馏与策略闭环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图示来源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架构参考：docs/训练推理架构图.html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本页总结方案设计，不新增未经验证结论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方案 A：解释增强（200 样本）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本地模型负责分类与定位，远程多模态模型仅生成更自然、更细致解释文本。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结论：自动指标未优于本地基线，ROUGE-L 接近平局但 BLEU 明显落后，整体效果并不好。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全量对比结果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BLEU：Local 0.4647 vs Remote 0.3806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ROUGE-L：Local 0.3016 vs Remote 0.2986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Remote BLEU 更优样本：23/200（11.5%）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Remote ROUGE-L 更优样本：105/200（52.5%）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结论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Remote 文本自然性提高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但验收自动指标不增益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方案 B：本地先判 + 难例路由远程复判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完成 Plan B 接线后做全量评测，并输出 policy 可观测统计。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结论：这版策略导致分类下降，override 比例高且一致率低；fallback 暴露线上稳定性瓶颈。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课程验收指标（Plan B）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分类：Acc 0.6045 / AP 0.7943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解释：BLEU 0.4124 / ROUGE-L 0.2981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定位：IoU 0.1501 / PixF1 0.3011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policy 统计关键片段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classification: total 402, routed 81 (20.15%)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remote response 79 (97.53% of routed)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remote agreement 18.99%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override 64 (79.01% of routed)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fallback 主因：远程超时、远程 JSON 非法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7A4319"/>
                </a:solidFill>
                <a:latin typeface="Microsoft YaHei"/>
              </a:rPr>
              <a:t>方案 C：离线蒸馏（按 prompt 主口径）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614A"/>
                </a:solidFill>
                <a:latin typeface="Microsoft YaHei"/>
              </a:rPr>
              <a:t>跑通 qwen3-vl-plus teacher 采集与蒸馏训练，得到 outputs_llm_distill/best.pt。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26464"/>
            <a:ext cx="11292840" cy="658368"/>
          </a:xfrm>
          <a:prstGeom prst="roundRect">
            <a:avLst/>
          </a:prstGeom>
          <a:solidFill>
            <a:srgbClr val="FFF3E5"/>
          </a:solidFill>
          <a:ln>
            <a:solidFill>
              <a:srgbClr val="EBC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4441F"/>
                </a:solidFill>
                <a:latin typeface="Microsoft YaHei"/>
              </a:rPr>
              <a:t>结论：本版蒸馏呈现分类/解释下降、定位上升的分化，不是整体提升。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蒸馏模型 vs 基线模型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蒸馏：Acc 0.6766, AP 0.8036, BLEU 0.3996, ROUGE-L 0.2765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蒸馏：IoU 0.1711, PixP 0.3640, PixR 0.3059, PixF1 0.3324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基线：Acc 0.6990, AP 0.8325, BLEU 0.4618, ROUGE-L 0.3079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基线：IoU 0.1501, PixP 0.3447, PixR 0.2673, PixF1 0.3011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40280"/>
            <a:ext cx="5532120" cy="4206240"/>
          </a:xfrm>
          <a:prstGeom prst="roundRect">
            <a:avLst/>
          </a:prstGeom>
          <a:solidFill>
            <a:srgbClr val="FFFAF3"/>
          </a:solidFill>
          <a:ln>
            <a:solidFill>
              <a:srgbClr val="EFD5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34919"/>
                </a:solidFill>
                <a:latin typeface="Microsoft YaHei"/>
              </a:rPr>
              <a:t>主要限制因素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teacher 覆盖率偏低（约 1000 vs Stage B 约 3 万）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分类 teacher 监督信息压缩过强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teacher 文本分布与课程标注风格不一致</a:t>
            </a:r>
          </a:p>
          <a:p>
            <a:pPr/>
            <a:r>
              <a:rPr sz="1300">
                <a:solidFill>
                  <a:srgbClr val="6D4832"/>
                </a:solidFill>
                <a:latin typeface="Microsoft YaHei"/>
              </a:rPr>
              <a:t>蒸馏仅在 Stage B 生效，易偏向定位分支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0196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7562F"/>
                </a:solidFill>
                <a:latin typeface="Microsoft YaHei"/>
              </a:rPr>
              <a:t>AI 伪造图像检测与解释 · 课程答辩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7562F"/>
                </a:solidFill>
                <a:latin typeface="Microsoft YaHe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